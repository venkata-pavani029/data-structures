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 pavani" userId="05b45523de0cc421" providerId="LiveId" clId="{79AF7FAC-A52A-4DBA-BDD9-4B017332C37B}"/>
    <pc:docChg chg="modSld sldOrd">
      <pc:chgData name="venkata pavani" userId="05b45523de0cc421" providerId="LiveId" clId="{79AF7FAC-A52A-4DBA-BDD9-4B017332C37B}" dt="2026-04-03T05:20:28.903" v="2" actId="34818"/>
      <pc:docMkLst>
        <pc:docMk/>
      </pc:docMkLst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1273357881" sldId="256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1273357881" sldId="256"/>
            <ac:picMk id="4" creationId="{C6DE8E14-F576-63F7-2DC1-420C38B849D6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3062064683" sldId="257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3062064683" sldId="257"/>
            <ac:picMk id="4" creationId="{55DCE54C-0AFD-CAC8-7312-23028E6532DA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4000104135" sldId="258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4000104135" sldId="258"/>
            <ac:picMk id="3" creationId="{65AA3AD5-73AB-6ACD-1534-1358B0416115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1303473317" sldId="259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1303473317" sldId="259"/>
            <ac:picMk id="4" creationId="{2F703CAA-999C-F32E-9924-09D0E582906D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1740268153" sldId="260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1740268153" sldId="260"/>
            <ac:picMk id="2" creationId="{FC86164C-9209-765D-5D13-8FC5D6B8058C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484395194" sldId="261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484395194" sldId="261"/>
            <ac:picMk id="2" creationId="{53801CDA-5642-4272-D07E-CD10B074E0D0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1417115059" sldId="262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1417115059" sldId="262"/>
            <ac:picMk id="2" creationId="{2C5E057D-6B2A-FB0C-A1F6-C3BC4F73DC27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2503054387" sldId="263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2503054387" sldId="263"/>
            <ac:picMk id="4" creationId="{01625F85-2EAB-201E-403E-1F95BEF38342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2360362479" sldId="264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2360362479" sldId="264"/>
            <ac:picMk id="3" creationId="{AB029B99-D0ED-B5ED-6BD4-C68602F5115E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3954598852" sldId="265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3954598852" sldId="265"/>
            <ac:picMk id="4" creationId="{3EC19146-C0A3-EE21-7F09-D405E1F42463}"/>
          </ac:picMkLst>
        </pc:picChg>
      </pc:sldChg>
      <pc:sldChg chg="addSp modSp mod ord">
        <pc:chgData name="venkata pavani" userId="05b45523de0cc421" providerId="LiveId" clId="{79AF7FAC-A52A-4DBA-BDD9-4B017332C37B}" dt="2026-04-03T05:20:28.903" v="2" actId="34818"/>
        <pc:sldMkLst>
          <pc:docMk/>
          <pc:sldMk cId="1823025459" sldId="266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1823025459" sldId="266"/>
            <ac:picMk id="3" creationId="{56C9DA2A-DA74-EF33-1166-508B6C7058AD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3058672526" sldId="267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3058672526" sldId="267"/>
            <ac:picMk id="3" creationId="{4C24A68A-0657-89D5-B5D1-34557C065CB7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1169129857" sldId="268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1169129857" sldId="268"/>
            <ac:picMk id="4" creationId="{35D72E65-D308-75F9-F4CF-DCDB2CB8ED54}"/>
          </ac:picMkLst>
        </pc:picChg>
      </pc:sldChg>
      <pc:sldChg chg="addSp modSp mod">
        <pc:chgData name="venkata pavani" userId="05b45523de0cc421" providerId="LiveId" clId="{79AF7FAC-A52A-4DBA-BDD9-4B017332C37B}" dt="2026-04-03T05:20:28.903" v="2" actId="34818"/>
        <pc:sldMkLst>
          <pc:docMk/>
          <pc:sldMk cId="1557798958" sldId="269"/>
        </pc:sldMkLst>
        <pc:picChg chg="add mod">
          <ac:chgData name="venkata pavani" userId="05b45523de0cc421" providerId="LiveId" clId="{79AF7FAC-A52A-4DBA-BDD9-4B017332C37B}" dt="2026-04-03T05:20:28.903" v="2" actId="34818"/>
          <ac:picMkLst>
            <pc:docMk/>
            <pc:sldMk cId="1557798958" sldId="269"/>
            <ac:picMk id="2" creationId="{168D77C3-18BF-1B3B-5BBC-946F8D0123E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CB90-6C53-3637-2B12-904543296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943D3-4589-D029-E614-C82FBD032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F2265-03F2-F995-F12E-5A537F70E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89E7E-C733-6BB0-1FEA-076B2F40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563F2-DBB5-0019-8EE9-7FBA9333D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327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70F0A-CB90-475F-521B-64C002B41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195C4-E233-7281-0E73-714BA8459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ED08E-E733-B092-F290-59D9B3E0D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D80E8-D201-A790-E4DA-CA368B48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64D44-20BB-853D-C0AC-1F9718BB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80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6F19-6DDE-06E1-2AF8-827962C6A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925EC-FDCC-A929-7122-281DD74B5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7D944-51A5-6871-79F1-01ACF589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10F3E-58D0-B33C-959F-8E1AD02CB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8FEF3-A94D-4779-15C7-455B6E7F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75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3E2EC-494F-065D-D15A-0D690428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D7051-F5CC-ED27-9F77-882AA8655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CB2FA-B485-C0D4-40D3-EAD2114EE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B1659-7604-9A0C-55F4-06637D35C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BBD47-AD5C-5BA2-AE67-DBA5889C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B2786-4540-6A32-1859-FD5EA5F2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034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0689-333D-7F46-31AD-CC8ECF6A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C6ECE-8695-AB07-5168-15F504246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44181-8BF8-A064-D000-A05F5E85A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CEA81-116E-ED55-0207-3B1536548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3D830-3BD0-E550-712A-8B077B5DD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1C7B61-8153-1967-A3DD-99CFD414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C05F0-9BD1-664E-B8A8-EC71BF3B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02B94-F625-E751-F381-F0B64ADD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83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644ED-F6DF-BD45-AA18-52FA2895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FDDF9-9390-3401-3C6E-09BC5086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4CDEB-FE70-6205-C0A1-59746947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E8A8D-D5A1-372C-3201-9D11F046D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62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1B091-3FA7-904C-6EAF-025F60CD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8D31A-7DA1-B822-857A-84FC9387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5CC4B-7E23-B775-0217-1974CBFC3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467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68E1-1E82-746E-EC91-2638BBAB6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D3834-CAB4-956A-DB3F-29E234B6F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2AD2C-BC33-6E45-1033-D5D44D85A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0A3ED-E966-A6B9-C07A-20F95B63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7E6B1-D031-6201-3F5D-7AE779446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9469D-E0CA-D2A6-ACB5-9ED4E052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26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01EAE-A9A1-0FB9-A15E-F20FC2F08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025176-D51E-4082-46CF-518924F84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6E3C7-6FAC-6DED-ACC8-74F1C41DF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C0F08-5387-527E-3297-1CC2E69DD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F2C21-85E0-CB0A-661B-082FC702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DF626-2163-9F6E-4F27-87C32192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940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9D04-2223-42AE-E375-EF5F8AB0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F707-73F4-A515-4858-8310A858C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F1A14-FD76-1C7F-A5AB-97C7A5451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B67CC-DE24-5062-5F3C-F74F9C059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4AF93-E5CB-9BF3-4E20-D6C656D4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91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84D296-D281-0FB2-8C86-860FADC27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C885F-60BB-C27B-042C-1E06CC121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80DFF-E5E4-F73A-A5BE-9025475ED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68754-11FC-6326-9B25-E46EE211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2BE11-F522-AB66-3D13-0343CED0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0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61626-E6B9-D52B-0E60-43CE8D8B7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47B0B-6C5F-88ED-E3A3-EAF8A49B8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22D29-3CD1-1E06-F0B6-903730BD7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B71B8-155C-4054-9157-5958E286B5FE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692B9-055C-A1EB-849D-974E9265B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BCD80-DBF9-173E-ED6F-2640D3CD4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B997F-08C6-40C8-905C-B6C8D25AA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48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6684-6ECF-746F-69D7-4668509A1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Library Management System using Data Structures</a:t>
            </a:r>
            <a:endParaRPr lang="en-IN" sz="44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53BFD-C9CC-EA85-051E-A1AD6856E2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 </a:t>
            </a:r>
          </a:p>
          <a:p>
            <a:pPr algn="r"/>
            <a:r>
              <a:rPr lang="en-IN" dirty="0"/>
              <a:t>                                                            Venkata Pavani </a:t>
            </a:r>
          </a:p>
          <a:p>
            <a:pPr algn="r"/>
            <a:r>
              <a:rPr lang="en-IN" dirty="0"/>
              <a:t>25P61A05AB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C6DE8E14-F576-63F7-2DC1-420C38B849D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73357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FD64-56E5-9993-0A3C-2C603863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1"/>
            <a:ext cx="10515600" cy="230403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Project Aim</a:t>
            </a:r>
            <a:r>
              <a:rPr lang="en-US" dirty="0"/>
              <a:t> 🎯: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09FEB-312C-EB5D-015C-9245D8AA6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191257"/>
            <a:ext cx="10515600" cy="2898394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“To implement and demonstrate the use of </a:t>
            </a:r>
            <a:r>
              <a:rPr lang="en-US" b="1" dirty="0">
                <a:solidFill>
                  <a:schemeClr val="tx2"/>
                </a:solidFill>
              </a:rPr>
              <a:t>Linked List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b="1" dirty="0">
                <a:solidFill>
                  <a:schemeClr val="tx2"/>
                </a:solidFill>
              </a:rPr>
              <a:t>Stack</a:t>
            </a:r>
            <a:r>
              <a:rPr lang="en-US" dirty="0">
                <a:solidFill>
                  <a:schemeClr val="tx2"/>
                </a:solidFill>
              </a:rPr>
              <a:t>, and </a:t>
            </a:r>
            <a:r>
              <a:rPr lang="en-US" b="1" dirty="0">
                <a:solidFill>
                  <a:schemeClr val="tx2"/>
                </a:solidFill>
              </a:rPr>
              <a:t>Queue</a:t>
            </a:r>
            <a:r>
              <a:rPr lang="en-US" dirty="0">
                <a:solidFill>
                  <a:schemeClr val="tx2"/>
                </a:solidFill>
              </a:rPr>
              <a:t> in managing books and student requests within a Library Management System using C programming.”</a:t>
            </a:r>
          </a:p>
          <a:p>
            <a:endParaRPr lang="en-IN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55DCE54C-0AFD-CAC8-7312-23028E6532D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62064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E398-618E-8D47-F283-64A6ACC3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421"/>
            <a:ext cx="10515600" cy="1286427"/>
          </a:xfrm>
        </p:spPr>
        <p:txBody>
          <a:bodyPr>
            <a:normAutofit fontScale="90000"/>
          </a:bodyPr>
          <a:lstStyle/>
          <a:p>
            <a:r>
              <a:rPr lang="en-US" dirty="0"/>
              <a:t>📌 </a:t>
            </a:r>
            <a:r>
              <a:rPr lang="en-US" b="1" dirty="0"/>
              <a:t>Problem Statement:</a:t>
            </a:r>
            <a:br>
              <a:rPr lang="en-US" dirty="0"/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7DC7117-38B6-192F-C695-3BA3D96CD2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1711" y="2843740"/>
            <a:ext cx="902035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 need efficient systems to manage books.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borrow, return, and request books daily.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handling is slow and can cause errors.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structures provide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organised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efficient solutions.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65AA3AD5-73AB-6ACD-1534-1358B041611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0010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F8143-8E21-A4A4-CCE0-AF43D3AF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🧩 </a:t>
            </a:r>
            <a:r>
              <a:rPr lang="en-US" altLang="en-US" b="1" dirty="0">
                <a:latin typeface="Arial" panose="020B0604020202020204" pitchFamily="34" charset="0"/>
              </a:rPr>
              <a:t>Data Structures in the Project: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50D70-27CE-75C3-B7B4-34C6F0425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Data structures used in this project are linked lists, stacks and queues.</a:t>
            </a:r>
          </a:p>
          <a:p>
            <a:r>
              <a:rPr lang="en-IN" dirty="0"/>
              <a:t>Linked list:</a:t>
            </a:r>
            <a:r>
              <a:rPr lang="en-US" dirty="0"/>
              <a:t>A </a:t>
            </a:r>
            <a:r>
              <a:rPr lang="en-US" b="1" dirty="0"/>
              <a:t>linked list</a:t>
            </a:r>
            <a:r>
              <a:rPr lang="en-US" dirty="0"/>
              <a:t> is a </a:t>
            </a:r>
            <a:r>
              <a:rPr lang="en-US" b="1" dirty="0"/>
              <a:t>linear data structure</a:t>
            </a:r>
            <a:r>
              <a:rPr lang="en-US" dirty="0"/>
              <a:t> where elements, called </a:t>
            </a:r>
            <a:r>
              <a:rPr lang="en-US" b="1" dirty="0"/>
              <a:t>nodes</a:t>
            </a:r>
            <a:r>
              <a:rPr lang="en-US" dirty="0"/>
              <a:t>, are stored in separate memory locations and connected using </a:t>
            </a:r>
            <a:r>
              <a:rPr lang="en-US" b="1" dirty="0"/>
              <a:t>pointers.</a:t>
            </a:r>
            <a:r>
              <a:rPr lang="en-US" dirty="0"/>
              <a:t> Each node typically contains </a:t>
            </a:r>
            <a:r>
              <a:rPr lang="en-US" b="1" dirty="0"/>
              <a:t>data</a:t>
            </a:r>
            <a:r>
              <a:rPr lang="en-US" dirty="0"/>
              <a:t> and a reference to the </a:t>
            </a:r>
            <a:r>
              <a:rPr lang="en-US" b="1" dirty="0"/>
              <a:t>next</a:t>
            </a:r>
            <a:r>
              <a:rPr lang="en-US" dirty="0"/>
              <a:t> node.</a:t>
            </a:r>
          </a:p>
          <a:p>
            <a:r>
              <a:rPr lang="en-US" dirty="0"/>
              <a:t>Stacks: A stack is a linear data structure that follows the </a:t>
            </a:r>
            <a:r>
              <a:rPr lang="en-US" b="1" dirty="0"/>
              <a:t>Last In, First Out (LIFO)</a:t>
            </a:r>
            <a:r>
              <a:rPr lang="en-US" dirty="0"/>
              <a:t> principle, meaning the last element added is the first one to be removed.</a:t>
            </a:r>
          </a:p>
          <a:p>
            <a:r>
              <a:rPr lang="en-US" dirty="0"/>
              <a:t>Queues: A queue is a linear data structure that follows the </a:t>
            </a:r>
            <a:r>
              <a:rPr lang="en-US" b="1" dirty="0"/>
              <a:t>First In First Out (FIFO)</a:t>
            </a:r>
            <a:r>
              <a:rPr lang="en-US" dirty="0"/>
              <a:t> principle. This means that the first element added to the queue will be the first one to be removed.</a:t>
            </a:r>
            <a:endParaRPr lang="en-IN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2F703CAA-999C-F32E-9924-09D0E582906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03473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F28DF-FE5C-6CD6-E261-C30C450EA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9294" r="2421" b="12173"/>
          <a:stretch>
            <a:fillRect/>
          </a:stretch>
        </p:blipFill>
        <p:spPr>
          <a:xfrm>
            <a:off x="0" y="760395"/>
            <a:ext cx="12192000" cy="5091765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FC86164C-9209-765D-5D13-8FC5D6B8058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4026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1EE86E-BA60-8D43-17E0-3C6D1402B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31521"/>
            <a:ext cx="12192000" cy="5361272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53801CDA-5642-4272-D07E-CD10B074E0D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84395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284648-787B-FC3D-1F64-7DC3D7E40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0397"/>
            <a:ext cx="12192000" cy="4935870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C5E057D-6B2A-FB0C-A1F6-C3BC4F73DC2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1711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9701-80D9-8102-B067-4A496D62D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271"/>
            <a:ext cx="10515600" cy="1325563"/>
          </a:xfrm>
        </p:spPr>
        <p:txBody>
          <a:bodyPr/>
          <a:lstStyle/>
          <a:p>
            <a:r>
              <a:rPr lang="en-IN" dirty="0"/>
              <a:t>Purpose of using these data structures: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ECC2E-FA99-BAB3-5D80-F06CBEA95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955" y="2521817"/>
            <a:ext cx="10515600" cy="3019877"/>
          </a:xfrm>
        </p:spPr>
        <p:txBody>
          <a:bodyPr/>
          <a:lstStyle/>
          <a:p>
            <a:r>
              <a:rPr lang="en-IN" dirty="0"/>
              <a:t>LINKED LIST: Store book records dynamically</a:t>
            </a:r>
          </a:p>
          <a:p>
            <a:r>
              <a:rPr lang="en-IN" dirty="0"/>
              <a:t>STACK: Track borrowed books </a:t>
            </a:r>
            <a:r>
              <a:rPr lang="en-IN" b="1" dirty="0"/>
              <a:t>(LIFO)</a:t>
            </a:r>
          </a:p>
          <a:p>
            <a:r>
              <a:rPr lang="en-IN" dirty="0"/>
              <a:t>QUEUE: Manage student requests </a:t>
            </a:r>
            <a:r>
              <a:rPr lang="en-IN" b="1" dirty="0"/>
              <a:t>(FIFO)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01625F85-2EAB-201E-403E-1F95BEF3834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03054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486A-3134-4452-0613-1B35CBB2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🔄 </a:t>
            </a:r>
            <a:r>
              <a:rPr lang="en-US" b="1" dirty="0"/>
              <a:t>Library Management System Workflow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4D271C-E111-A6D5-A2B9-C2E4C0840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" t="8434" r="6293" b="9074"/>
          <a:stretch>
            <a:fillRect/>
          </a:stretch>
        </p:blipFill>
        <p:spPr>
          <a:xfrm>
            <a:off x="1086051" y="1555115"/>
            <a:ext cx="10019898" cy="4937760"/>
          </a:xfrm>
          <a:prstGeom prst="rect">
            <a:avLst/>
          </a:prstGeom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AB029B99-D0ED-B5ED-6BD4-C68602F5115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6036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5791B-4689-045B-E0D5-6D7BC82E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ALGORITHM</a:t>
            </a:r>
            <a:r>
              <a:rPr lang="en-IN" dirty="0"/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7CAE0-3339-2837-9533-12008B501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Start → Main Menu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Manage Books (Linked List) → Add, Delete, Display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Borrowed Books (Stack) → Borrow (Push), Return (Pop), Show Borrowed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Student Requests (Queue) → Request (Enqueue), Issue (Dequeue), View Requests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  <a:p>
            <a:endParaRPr lang="en-IN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3EC19146-C0A3-EE21-7F09-D405E1F4246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54598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29D0-05A1-3769-8B2B-F2134811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 Highlights💻: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1ABC91-6F13-2D24-5551-3D916668F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746" y="457201"/>
            <a:ext cx="5960951" cy="540385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2C0B86D-C84D-4F60-CF9B-E610E0A0FE2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79907" y="2464656"/>
            <a:ext cx="48872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Written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 language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menu-driven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linked 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dynamic book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track borrowed books (LIFO principle)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queue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manage student requests (FIFO principle)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like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addBook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borrowBook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requestBook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handle each operation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56C9DA2A-DA74-EF33-1166-508B6C7058A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23025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E8BE-3790-3E53-BF27-06ABA72C8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31" y="625642"/>
            <a:ext cx="3932237" cy="1600200"/>
          </a:xfrm>
        </p:spPr>
        <p:txBody>
          <a:bodyPr/>
          <a:lstStyle/>
          <a:p>
            <a:r>
              <a:rPr lang="en-IN" dirty="0"/>
              <a:t>Sample output📊: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E442EC-1A8E-108D-5769-8F6AD2328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625642"/>
            <a:ext cx="6172200" cy="5243346"/>
          </a:xfrm>
          <a:prstGeom prst="rect">
            <a:avLst/>
          </a:prstGeom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4C24A68A-0657-89D5-B5D1-34557C065CB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58672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C5CDFA-F6E0-F686-C580-9EBB66D51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97" y="0"/>
            <a:ext cx="10335006" cy="6858000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168D77C3-18BF-1B3B-5BBC-946F8D0123E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57798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9F42-4868-47A2-7776-4C529F173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</a:t>
            </a:r>
            <a:r>
              <a:rPr lang="en-US" b="1" dirty="0"/>
              <a:t>Result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9BB52-409C-8FF5-02F5-992E3B87E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integrated </a:t>
            </a:r>
            <a:r>
              <a:rPr lang="en-US" b="1" dirty="0"/>
              <a:t>Linked List, Stack, and Queue</a:t>
            </a:r>
            <a:r>
              <a:rPr lang="en-US" dirty="0"/>
              <a:t> into one system.</a:t>
            </a:r>
          </a:p>
          <a:p>
            <a:r>
              <a:rPr lang="en-US" dirty="0"/>
              <a:t>Demonstrated </a:t>
            </a:r>
            <a:r>
              <a:rPr lang="en-US" b="1" dirty="0"/>
              <a:t>dynamic book storage, borrowing, and student requests.</a:t>
            </a:r>
            <a:endParaRPr lang="en-US" dirty="0"/>
          </a:p>
          <a:p>
            <a:r>
              <a:rPr lang="en-US" dirty="0"/>
              <a:t>Program runs smoothly with </a:t>
            </a:r>
            <a:r>
              <a:rPr lang="en-US" b="1" dirty="0"/>
              <a:t>menu-driven </a:t>
            </a:r>
            <a:r>
              <a:rPr lang="en-US" b="1"/>
              <a:t>operations and sample </a:t>
            </a:r>
            <a:r>
              <a:rPr lang="en-US" b="1" dirty="0"/>
              <a:t>test cases.</a:t>
            </a:r>
            <a:endParaRPr lang="en-US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35D72E65-D308-75F9-F4CF-DCDB2CB8ED5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6912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1599</TotalTime>
  <Words>404</Words>
  <Application>Microsoft Office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Arial Black</vt:lpstr>
      <vt:lpstr>Arial Unicode MS</vt:lpstr>
      <vt:lpstr>Wingdings</vt:lpstr>
      <vt:lpstr>Office Theme</vt:lpstr>
      <vt:lpstr>Library Management System using Data Structures</vt:lpstr>
      <vt:lpstr> Project Aim 🎯: </vt:lpstr>
      <vt:lpstr>📌 Problem Statement: </vt:lpstr>
      <vt:lpstr>🧩 Data Structures in the Project:</vt:lpstr>
      <vt:lpstr>PowerPoint Presentation</vt:lpstr>
      <vt:lpstr>PowerPoint Presentation</vt:lpstr>
      <vt:lpstr>PowerPoint Presentation</vt:lpstr>
      <vt:lpstr>Purpose of using these data structures:</vt:lpstr>
      <vt:lpstr>🔄 Library Management System Workflow</vt:lpstr>
      <vt:lpstr>ALGORITHM :</vt:lpstr>
      <vt:lpstr>Program Highlights💻:</vt:lpstr>
      <vt:lpstr>Sample output📊:</vt:lpstr>
      <vt:lpstr>PowerPoint Presentation</vt:lpstr>
      <vt:lpstr>✅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pavani</dc:creator>
  <cp:lastModifiedBy>venkata pavani</cp:lastModifiedBy>
  <cp:revision>2</cp:revision>
  <dcterms:created xsi:type="dcterms:W3CDTF">2026-03-20T14:41:12Z</dcterms:created>
  <dcterms:modified xsi:type="dcterms:W3CDTF">2026-04-03T05:20:29Z</dcterms:modified>
</cp:coreProperties>
</file>